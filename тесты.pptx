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2" r:id="rId4"/>
    <p:sldId id="259" r:id="rId5"/>
    <p:sldId id="260" r:id="rId6"/>
    <p:sldId id="261" r:id="rId7"/>
    <p:sldId id="257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7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1537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0659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2665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131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680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9077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6162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213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7856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1132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398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C875C-CAA9-4A55-AC0A-00202CDD150A}" type="datetimeFigureOut">
              <a:rPr lang="ru-RU" smtClean="0"/>
              <a:t>01.11.2025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338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>
          <a:xfrm flipH="1">
            <a:off x="1519786" y="2054942"/>
            <a:ext cx="2393451" cy="953575"/>
          </a:xfrm>
        </p:spPr>
        <p:txBody>
          <a:bodyPr>
            <a:normAutofit/>
          </a:bodyPr>
          <a:lstStyle/>
          <a:p>
            <a:r>
              <a:rPr lang="ru-RU" dirty="0" err="1" smtClean="0">
                <a:solidFill>
                  <a:srgbClr val="FF0000"/>
                </a:solidFill>
              </a:rPr>
              <a:t>цвйцу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21" name="Подзаголовок 20"/>
          <p:cNvSpPr>
            <a:spLocks noGrp="1"/>
          </p:cNvSpPr>
          <p:nvPr>
            <p:ph type="subTitle" idx="1"/>
          </p:nvPr>
        </p:nvSpPr>
        <p:spPr>
          <a:xfrm>
            <a:off x="3326546" y="6557963"/>
            <a:ext cx="4232635" cy="1414020"/>
          </a:xfr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ru-RU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4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488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 smtClean="0"/>
              <a:t>впп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836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856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2901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6447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86640" y="1825625"/>
            <a:ext cx="8667160" cy="43513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Стрелка вправо 3"/>
          <p:cNvSpPr/>
          <p:nvPr/>
        </p:nvSpPr>
        <p:spPr>
          <a:xfrm>
            <a:off x="4986779" y="2780907"/>
            <a:ext cx="4883085" cy="15837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293632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7472</TotalTime>
  <Words>2</Words>
  <Application>Microsoft Office PowerPoint</Application>
  <PresentationFormat>Широкоэкранный</PresentationFormat>
  <Paragraphs>2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Тема Office</vt:lpstr>
      <vt:lpstr>цвйцу</vt:lpstr>
      <vt:lpstr>Презентация PowerPoint</vt:lpstr>
      <vt:lpstr>впп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Учетная запись Майкрософт</cp:lastModifiedBy>
  <cp:revision>27</cp:revision>
  <dcterms:created xsi:type="dcterms:W3CDTF">2025-10-08T16:30:48Z</dcterms:created>
  <dcterms:modified xsi:type="dcterms:W3CDTF">2025-11-01T18:21:39Z</dcterms:modified>
</cp:coreProperties>
</file>