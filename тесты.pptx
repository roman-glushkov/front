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24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1537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659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2665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131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680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9077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162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213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856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1132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39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338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8574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1314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</TotalTime>
  <Words>0</Words>
  <Application>Microsoft Office PowerPoint</Application>
  <PresentationFormat>Широкоэкранный</PresentationFormat>
  <Paragraphs>0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5</cp:revision>
  <dcterms:created xsi:type="dcterms:W3CDTF">2025-10-08T16:30:48Z</dcterms:created>
  <dcterms:modified xsi:type="dcterms:W3CDTF">2025-10-10T14:03:07Z</dcterms:modified>
</cp:coreProperties>
</file>