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57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02" d="100"/>
          <a:sy n="102" d="100"/>
        </p:scale>
        <p:origin x="-149" y="-4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15378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0659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2665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1314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9680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9077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6162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4213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7856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1132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7398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7C875C-CAA9-4A55-AC0A-00202CDD150A}" type="datetimeFigureOut">
              <a:rPr lang="ru-RU" smtClean="0"/>
              <a:t>10.10.2025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667080-D638-4505-B261-73365B1CB7A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03387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smtClean="0"/>
              <a:t>	цвйцу</a:t>
            </a:r>
            <a:endParaRPr lang="ru-RU" dirty="0"/>
          </a:p>
        </p:txBody>
      </p:sp>
      <p:sp>
        <p:nvSpPr>
          <p:cNvPr id="21" name="Подзаголовок 20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1477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6488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5856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2901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64476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686640" y="1825625"/>
            <a:ext cx="8667160" cy="43513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Стрелка вправо 3"/>
          <p:cNvSpPr/>
          <p:nvPr/>
        </p:nvSpPr>
        <p:spPr>
          <a:xfrm>
            <a:off x="4986779" y="2780907"/>
            <a:ext cx="4883085" cy="158370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293632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2789</TotalTime>
  <Words>0</Words>
  <Application>Microsoft Office PowerPoint</Application>
  <PresentationFormat>Широкоэкранный</PresentationFormat>
  <Paragraphs>1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Тема Office</vt:lpstr>
      <vt:lpstr> цвйцу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Учетная запись Майкрософт</cp:lastModifiedBy>
  <cp:revision>19</cp:revision>
  <dcterms:created xsi:type="dcterms:W3CDTF">2025-10-08T16:30:48Z</dcterms:created>
  <dcterms:modified xsi:type="dcterms:W3CDTF">2025-10-12T02:52:36Z</dcterms:modified>
</cp:coreProperties>
</file>