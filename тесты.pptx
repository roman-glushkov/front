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2" r:id="rId4"/>
    <p:sldId id="259" r:id="rId5"/>
    <p:sldId id="260" r:id="rId6"/>
    <p:sldId id="261" r:id="rId7"/>
    <p:sldId id="257" r:id="rId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648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C875C-CAA9-4A55-AC0A-00202CDD150A}" type="datetimeFigureOut">
              <a:rPr lang="ru-RU" smtClean="0"/>
              <a:t>13.10.2025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67080-D638-4505-B261-73365B1CB7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215378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C875C-CAA9-4A55-AC0A-00202CDD150A}" type="datetimeFigureOut">
              <a:rPr lang="ru-RU" smtClean="0"/>
              <a:t>13.10.2025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67080-D638-4505-B261-73365B1CB7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706598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C875C-CAA9-4A55-AC0A-00202CDD150A}" type="datetimeFigureOut">
              <a:rPr lang="ru-RU" smtClean="0"/>
              <a:t>13.10.2025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67080-D638-4505-B261-73365B1CB7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026651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C875C-CAA9-4A55-AC0A-00202CDD150A}" type="datetimeFigureOut">
              <a:rPr lang="ru-RU" smtClean="0"/>
              <a:t>13.10.2025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67080-D638-4505-B261-73365B1CB7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13142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C875C-CAA9-4A55-AC0A-00202CDD150A}" type="datetimeFigureOut">
              <a:rPr lang="ru-RU" smtClean="0"/>
              <a:t>13.10.2025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67080-D638-4505-B261-73365B1CB7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96803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C875C-CAA9-4A55-AC0A-00202CDD150A}" type="datetimeFigureOut">
              <a:rPr lang="ru-RU" smtClean="0"/>
              <a:t>13.10.2025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67080-D638-4505-B261-73365B1CB7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590772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C875C-CAA9-4A55-AC0A-00202CDD150A}" type="datetimeFigureOut">
              <a:rPr lang="ru-RU" smtClean="0"/>
              <a:t>13.10.2025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67080-D638-4505-B261-73365B1CB7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461627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C875C-CAA9-4A55-AC0A-00202CDD150A}" type="datetimeFigureOut">
              <a:rPr lang="ru-RU" smtClean="0"/>
              <a:t>13.10.2025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67080-D638-4505-B261-73365B1CB7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242135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C875C-CAA9-4A55-AC0A-00202CDD150A}" type="datetimeFigureOut">
              <a:rPr lang="ru-RU" smtClean="0"/>
              <a:t>13.10.2025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67080-D638-4505-B261-73365B1CB7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278565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C875C-CAA9-4A55-AC0A-00202CDD150A}" type="datetimeFigureOut">
              <a:rPr lang="ru-RU" smtClean="0"/>
              <a:t>13.10.2025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67080-D638-4505-B261-73365B1CB7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311320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C875C-CAA9-4A55-AC0A-00202CDD150A}" type="datetimeFigureOut">
              <a:rPr lang="ru-RU" smtClean="0"/>
              <a:t>13.10.2025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67080-D638-4505-B261-73365B1CB7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73982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7C875C-CAA9-4A55-AC0A-00202CDD150A}" type="datetimeFigureOut">
              <a:rPr lang="ru-RU" smtClean="0"/>
              <a:t>13.10.2025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667080-D638-4505-B261-73365B1CB7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003387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>
                <a:solidFill>
                  <a:srgbClr val="FF0000"/>
                </a:solidFill>
              </a:rPr>
              <a:t>	</a:t>
            </a:r>
            <a:r>
              <a:rPr lang="ru-RU" dirty="0" err="1" smtClean="0">
                <a:solidFill>
                  <a:srgbClr val="FF0000"/>
                </a:solidFill>
              </a:rPr>
              <a:t>цвйцу</a:t>
            </a:r>
            <a:endParaRPr lang="ru-RU" dirty="0">
              <a:solidFill>
                <a:srgbClr val="FF0000"/>
              </a:solidFill>
            </a:endParaRPr>
          </a:p>
        </p:txBody>
      </p:sp>
      <p:sp>
        <p:nvSpPr>
          <p:cNvPr id="21" name="Подзаголовок 20"/>
          <p:cNvSpPr>
            <a:spLocks noGrp="1"/>
          </p:cNvSpPr>
          <p:nvPr>
            <p:ph type="subTitle" idx="1"/>
          </p:nvPr>
        </p:nvSpPr>
        <p:spPr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1477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56488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err="1" smtClean="0"/>
              <a:t>впп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083620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/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858560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/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729011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/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864476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686640" y="1825625"/>
            <a:ext cx="8667160" cy="4351338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4" name="Стрелка вправо 3"/>
          <p:cNvSpPr/>
          <p:nvPr/>
        </p:nvSpPr>
        <p:spPr>
          <a:xfrm>
            <a:off x="4986779" y="2780907"/>
            <a:ext cx="4883085" cy="158370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2293632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4165</TotalTime>
  <Words>1</Words>
  <Application>Microsoft Office PowerPoint</Application>
  <PresentationFormat>Широкоэкранный</PresentationFormat>
  <Paragraphs>2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Тема Office</vt:lpstr>
      <vt:lpstr> цвйцу</vt:lpstr>
      <vt:lpstr>Презентация PowerPoint</vt:lpstr>
      <vt:lpstr>впп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Учетная запись Майкрософт</dc:creator>
  <cp:lastModifiedBy>Учетная запись Майкрософт</cp:lastModifiedBy>
  <cp:revision>22</cp:revision>
  <dcterms:created xsi:type="dcterms:W3CDTF">2025-10-08T16:30:48Z</dcterms:created>
  <dcterms:modified xsi:type="dcterms:W3CDTF">2025-10-14T06:51:20Z</dcterms:modified>
</cp:coreProperties>
</file>